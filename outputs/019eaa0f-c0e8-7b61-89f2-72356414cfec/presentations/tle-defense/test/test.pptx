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6c2a40677444bb" /><Relationship Type="http://schemas.openxmlformats.org/officeDocument/2006/relationships/extended-properties" Target="/docProps/app.xml" Id="Rca4758daf1ad43e2" /><Relationship Type="http://schemas.openxmlformats.org/officeDocument/2006/relationships/officeDocument" Target="/ppt/presentation.xml" Id="R9715ab585d734a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e8f444b301478f"/>
  </p:sldMasterIdLst>
  <p:notesMasterIdLst>
    <p:notesMasterId xmlns:r="http://schemas.openxmlformats.org/officeDocument/2006/relationships" r:id="Rc83615a8beb94897"/>
  </p:notesMasterIdLst>
  <p:sldIdLst>
    <p:sldId xmlns:r="http://schemas.openxmlformats.org/officeDocument/2006/relationships" id="256" r:id="R0484cc46c549451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2f44a2fbde4feb" /><Relationship Type="http://schemas.openxmlformats.org/officeDocument/2006/relationships/slideMaster" Target="/ppt/slideMasters/slideMaster1.xml" Id="R86e8f444b301478f" /><Relationship Type="http://schemas.openxmlformats.org/officeDocument/2006/relationships/notesMaster" Target="/ppt/notesMasters/notesMaster1.xml" Id="Rc83615a8beb94897" /><Relationship Type="http://schemas.openxmlformats.org/officeDocument/2006/relationships/presProps" Target="/ppt/presProps.xml" Id="R0f7c5ea1316c4b53" /><Relationship Type="http://schemas.openxmlformats.org/officeDocument/2006/relationships/viewProps" Target="/ppt/viewProps.xml" Id="R720ea66ad6d34110" /><Relationship Type="http://schemas.openxmlformats.org/officeDocument/2006/relationships/tableStyles" Target="/ppt/tableStyles.xml" Id="R3c5411d81ce649ae" /><Relationship Type="http://schemas.openxmlformats.org/officeDocument/2006/relationships/slide" Target="/ppt/slides/slide1.xml" Id="R0484cc46c54945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8b0bfe0fa74e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03e9e2fe3c4653" /><Relationship Type="http://schemas.openxmlformats.org/officeDocument/2006/relationships/notesMaster" Target="/ppt/notesMasters/notesMaster1.xml" Id="R0f016f7d738d4c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51635a6b842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19c10966b84932" /><Relationship Type="http://schemas.openxmlformats.org/officeDocument/2006/relationships/slideLayout" Target="/ppt/slideLayouts/slideLayout1.xml" Id="Rbf0d4cbeede44b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0d4cbeede44b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ac9d9ce3c47e1" /><Relationship Type="http://schemas.openxmlformats.org/officeDocument/2006/relationships/notesSlide" Target="/ppt/notesSlides/notesSlide1.xml" Id="Rb77c1397ce0248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F8B74A-2A82-46A2-99F6-23120881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ED7C5-B597-49DA-93B2-2F8AFFDA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"/>
            <a:ext cx="571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000" b="1">
                <a:solidFill>
                  <a:srgbClr val="FFFFFF"/>
                </a:solidFill>
              </a:rPr>
              <a:t>测试标题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92525-5D9D-4B11-BD86-30769636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>
                <a:solidFill>
                  <a:srgbClr val="222222"/>
                </a:solidFill>
              </a:rPr>
              <a:t>正文内容</a:t>
            </a:r>
          </a:p>
        </p:txBody>
      </p:sp>
    </p:spTree>
    <p:extLst>
      <p:ext uri="{BB962C8B-B14F-4D97-AF65-F5344CB8AC3E}">
        <p14:creationId xmlns:p14="http://schemas.microsoft.com/office/powerpoint/2010/main" val="17902883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2026-06-14T08:49:34.5630000Z</dcterms:created>
  <dcterms:modified xsi:type="dcterms:W3CDTF">2026-06-14T08:49:34.5630000Z</dcterms:modified>
</coreProperties>
</file>