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8f374e11b44e6" /><Relationship Type="http://schemas.openxmlformats.org/officeDocument/2006/relationships/extended-properties" Target="/docProps/app.xml" Id="R63b4730047ff4af7" /><Relationship Type="http://schemas.openxmlformats.org/officeDocument/2006/relationships/officeDocument" Target="/ppt/presentation.xml" Id="Rcf4a6dfc805a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dddde5f824458c"/>
  </p:sldMasterIdLst>
  <p:notesMasterIdLst>
    <p:notesMasterId xmlns:r="http://schemas.openxmlformats.org/officeDocument/2006/relationships" r:id="Redb8aea0dfe74aad"/>
  </p:notesMasterIdLst>
  <p:sldIdLst>
    <p:sldId xmlns:r="http://schemas.openxmlformats.org/officeDocument/2006/relationships" id="256" r:id="Rf93503c20ca04c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ba602b3364e0d" /><Relationship Type="http://schemas.openxmlformats.org/officeDocument/2006/relationships/slideMaster" Target="/ppt/slideMasters/slideMaster1.xml" Id="R0cdddde5f824458c" /><Relationship Type="http://schemas.openxmlformats.org/officeDocument/2006/relationships/notesMaster" Target="/ppt/notesMasters/notesMaster1.xml" Id="Redb8aea0dfe74aad" /><Relationship Type="http://schemas.openxmlformats.org/officeDocument/2006/relationships/presProps" Target="/ppt/presProps.xml" Id="Ra4231f38d14944e1" /><Relationship Type="http://schemas.openxmlformats.org/officeDocument/2006/relationships/viewProps" Target="/ppt/viewProps.xml" Id="Rec06b478e5d744d9" /><Relationship Type="http://schemas.openxmlformats.org/officeDocument/2006/relationships/tableStyles" Target="/ppt/tableStyles.xml" Id="R30968919b0434d3f" /><Relationship Type="http://schemas.openxmlformats.org/officeDocument/2006/relationships/slide" Target="/ppt/slides/slide1.xml" Id="Rf93503c20ca04c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31ddaef7f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6fd32724c49ff" /><Relationship Type="http://schemas.openxmlformats.org/officeDocument/2006/relationships/notesMaster" Target="/ppt/notesMasters/notesMaster1.xml" Id="R95cd7bdf599e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1c5a26a834f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8d7d6f3f249c7" /><Relationship Type="http://schemas.openxmlformats.org/officeDocument/2006/relationships/slideLayout" Target="/ppt/slideLayouts/slideLayout1.xml" Id="R7aa324e0f225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324e0f225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f85150d834da4" /><Relationship Type="http://schemas.openxmlformats.org/officeDocument/2006/relationships/image" Target="/ppt/media/image.png" Id="Rb9357383f7b3462b" /><Relationship Type="http://schemas.openxmlformats.org/officeDocument/2006/relationships/notesSlide" Target="/ppt/notesSlides/notesSlide1.xml" Id="R61196a7e138447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31755-A1FB-4943-BC13-FC6FFEE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7383f7b3462b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8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2026-06-14T08:55:01.4340000Z</dcterms:created>
  <dcterms:modified xsi:type="dcterms:W3CDTF">2026-06-14T08:55:01.4340000Z</dcterms:modified>
</coreProperties>
</file>