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c5558f5b994a24" /><Relationship Type="http://schemas.openxmlformats.org/officeDocument/2006/relationships/extended-properties" Target="/docProps/app.xml" Id="Rfbaa6616307a4d50" /><Relationship Type="http://schemas.openxmlformats.org/officeDocument/2006/relationships/officeDocument" Target="/ppt/presentation.xml" Id="R79e5b9f8a000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7ff5ce894445e7"/>
  </p:sldMasterIdLst>
  <p:notesMasterIdLst>
    <p:notesMasterId xmlns:r="http://schemas.openxmlformats.org/officeDocument/2006/relationships" r:id="R36a0c2ef1b7747f7"/>
  </p:notesMasterIdLst>
  <p:sldIdLst>
    <p:sldId xmlns:r="http://schemas.openxmlformats.org/officeDocument/2006/relationships" id="256" r:id="R8b6a758a515b46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e68d372b22488c" /><Relationship Type="http://schemas.openxmlformats.org/officeDocument/2006/relationships/slideMaster" Target="/ppt/slideMasters/slideMaster1.xml" Id="R9a7ff5ce894445e7" /><Relationship Type="http://schemas.openxmlformats.org/officeDocument/2006/relationships/notesMaster" Target="/ppt/notesMasters/notesMaster1.xml" Id="R36a0c2ef1b7747f7" /><Relationship Type="http://schemas.openxmlformats.org/officeDocument/2006/relationships/presProps" Target="/ppt/presProps.xml" Id="Raeca37672f974ef8" /><Relationship Type="http://schemas.openxmlformats.org/officeDocument/2006/relationships/viewProps" Target="/ppt/viewProps.xml" Id="Red35e2774cad41f5" /><Relationship Type="http://schemas.openxmlformats.org/officeDocument/2006/relationships/tableStyles" Target="/ppt/tableStyles.xml" Id="R453b021c2f1f4ac4" /><Relationship Type="http://schemas.openxmlformats.org/officeDocument/2006/relationships/slide" Target="/ppt/slides/slide1.xml" Id="R8b6a758a515b46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5ebadc750f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94cf873ce4dc1" /><Relationship Type="http://schemas.openxmlformats.org/officeDocument/2006/relationships/notesMaster" Target="/ppt/notesMasters/notesMaster1.xml" Id="R82b067072911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74644589747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b5e6bcd324682" /><Relationship Type="http://schemas.openxmlformats.org/officeDocument/2006/relationships/slideLayout" Target="/ppt/slideLayouts/slideLayout1.xml" Id="R89940ee9cb03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40ee9cb03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f70134a2b4632" /><Relationship Type="http://schemas.openxmlformats.org/officeDocument/2006/relationships/image" Target="/ppt/media/image.png" Id="Read996f075e14c91" /><Relationship Type="http://schemas.openxmlformats.org/officeDocument/2006/relationships/notesSlide" Target="/ppt/notesSlides/notesSlide1.xml" Id="Rc1d3321766d842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53927-8B01-4E3C-B414-7957C68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996f075e14c91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94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2026-06-14T08:49:56.4150000Z</dcterms:created>
  <dcterms:modified xsi:type="dcterms:W3CDTF">2026-06-14T08:49:56.4150000Z</dcterms:modified>
</coreProperties>
</file>